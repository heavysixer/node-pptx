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7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AE7CE-E738-4E57-84D1-A5C283E0AC8B}" type="datetimeFigureOut">
              <a:rPr lang="en-US" smtClean="0"/>
              <a:pPr/>
              <a:t>12/11/2017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0193E-CC86-4370-8D45-E7EF897DF3C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mputerLanguagesChart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914400"/>
            <a:ext cx="8077200" cy="5012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gregdolley</dc:creator>
  <cp:lastModifiedBy>gregdolley</cp:lastModifiedBy>
  <cp:revision>2</cp:revision>
  <dcterms:created xsi:type="dcterms:W3CDTF">2017-12-12T03:55:06Z</dcterms:created>
  <dcterms:modified xsi:type="dcterms:W3CDTF">2017-12-12T07:41:40Z</dcterms:modified>
</cp:coreProperties>
</file>